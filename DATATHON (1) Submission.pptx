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D8A9-6879-69C5-30A9-0005EFA64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1559D-E276-4530-C78B-1ADDA78D9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5FF92-A472-0122-FBBE-378F5C2B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4FC3F-CCFA-B350-EE59-2E250AB0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D24E6-8EB8-3007-03C8-C71CE142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42D0-846F-7793-04AC-04353989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4C6BF-04E6-1D8A-6C9B-69A419D9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F442-EED4-803E-4679-2C99E6A7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E81BA-44AE-B373-5B67-9C61A7F3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F6B72-B06E-C95B-695C-121F0039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8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662C-75BD-EC5C-1662-C1B76C40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2E073-72F6-860F-9A9C-C264DD0A9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D1AC-DD93-0617-BA6D-839D4570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B332-34E0-1F5D-9633-335C161A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911F-9DBE-1011-95C6-C1C7E712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3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1FE6-8273-D008-B270-12F7BA71C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8999-9F6C-E911-8498-5886B382D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F7A79-2692-5637-67F9-78051EABA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B4207-2C6F-EC30-72E8-9F5A8A02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D5925-D954-FB2D-BECE-B6C8AF6C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3DF65-E98F-4E91-81B0-E61C81E4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9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1679-94DD-D70A-0296-B3C7B46C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596F3-65BB-1E68-0EA0-46EAD9397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4ED93-E907-3536-F652-56C7AFB9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E3A4D-96A0-779D-47B1-4AA64507E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E1CE4-679D-2928-E123-22E441F1B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DE08C-3906-B937-61B7-4AB81E4A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2E86A-C015-CD36-8C4C-1EEE524E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D88E8-9516-5C1E-D6BF-0EA0216D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44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71C8-8EC8-3166-2F42-D33DFAB8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AAC2E-9A9C-A7CC-0341-DA26966C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E7001-1CF6-785A-0134-734F8F37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EEE2F-1F76-17EF-FBD7-E5AE8A19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F0055-9785-3CD6-924A-358859C4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D253D-13E5-5ABE-F79C-832C6FEE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C2CBA-F97C-F5CD-2253-A71EC2F2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73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487F-704F-9FD0-2E4C-3DCF5389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7C-3244-C37C-6938-25D0C93D6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D2ED9-84AF-E4CE-8D4B-01A4494C6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9995A-90D9-752C-A5D6-8F666ABA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26F3A-77CA-32B5-DBD9-A8E1DAAB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913A6-AB1C-9B9C-AECB-CB732FAF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00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D76-48C7-1F7D-CF25-49D46BB9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A4F8D-A68E-36AC-ABFB-808F95F9A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0AC9A-77C1-7C05-17B0-49D1FF42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F53B-5CDA-6700-6FAF-D67FC94F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D79B-C2B9-7547-BF52-946B326E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6791-4355-A3F3-64C1-D2511EE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0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A1C8-AFC0-ED9A-76E3-3F51B833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BE22E-D26D-6B44-FB1F-A6854095A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29AE0-7E9C-FD60-5465-7C1E8543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C87AF-F867-48AA-0E80-FBA188AE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4EE8-2A5F-2040-CE95-9FF33777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4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89C7F-3BB2-C14D-2412-45898B91A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F63A-5E57-0084-3D3E-FA22369DC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EBD8A-C678-2A92-5B54-14B78D1F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A6B4-E886-E9F0-D227-EBB5AA4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00887-CDC0-891D-7FD7-819EEAA9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98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7614B-D266-DDD7-0A31-133C5C5F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12338-0D5F-2EAC-416B-A76DD35A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869F-A79C-1047-59EF-A37232354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5D0F4-4423-6BA3-92C9-404B85CFF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B3EC-60E3-CE67-22FE-E3612E24A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5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3691DF-433F-B0CF-B6C0-350F7F86BB55}"/>
              </a:ext>
            </a:extLst>
          </p:cNvPr>
          <p:cNvSpPr txBox="1">
            <a:spLocks/>
          </p:cNvSpPr>
          <p:nvPr/>
        </p:nvSpPr>
        <p:spPr>
          <a:xfrm>
            <a:off x="175004" y="580662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Tech Stack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CF13294-91CE-B754-9FBC-0BBFE0D07D77}"/>
              </a:ext>
            </a:extLst>
          </p:cNvPr>
          <p:cNvSpPr txBox="1">
            <a:spLocks/>
          </p:cNvSpPr>
          <p:nvPr/>
        </p:nvSpPr>
        <p:spPr>
          <a:xfrm>
            <a:off x="6379861" y="1225959"/>
            <a:ext cx="5801033" cy="2026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i="0" dirty="0">
                <a:solidFill>
                  <a:schemeClr val="bg2"/>
                </a:solidFill>
                <a:effectLst/>
                <a:latin typeface="fkGroteskNeue"/>
              </a:rPr>
              <a:t>Frontend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No custom frontend; the API is consumed directly via tools like Postman and the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HackRx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 evaluation system.​</a:t>
            </a:r>
          </a:p>
          <a:p>
            <a:pPr marL="0" indent="0" algn="l">
              <a:buNone/>
            </a:pPr>
            <a:r>
              <a:rPr lang="en-US" sz="1400" b="1" i="0" dirty="0">
                <a:solidFill>
                  <a:schemeClr val="bg2"/>
                </a:solidFill>
                <a:effectLst/>
                <a:latin typeface="fkGroteskNeue"/>
              </a:rPr>
              <a:t>Other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Follows the exact API contract: POST /extract-bill-data with JSON body containing a document URL and JSON response containing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is_success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,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token_usage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, and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data.pagewise_line_items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 with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total_item_count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The solution reconciles the sum of </a:t>
            </a:r>
            <a:r>
              <a:rPr lang="en-US" sz="1400" b="0" i="0" dirty="0" err="1">
                <a:solidFill>
                  <a:schemeClr val="bg2"/>
                </a:solidFill>
                <a:effectLst/>
                <a:latin typeface="fkGroteskNeue"/>
              </a:rPr>
              <a:t>item_amount</a:t>
            </a:r>
            <a:r>
              <a:rPr lang="en-US" sz="1400" b="0" i="0" dirty="0">
                <a:solidFill>
                  <a:schemeClr val="bg2"/>
                </a:solidFill>
                <a:effectLst/>
                <a:latin typeface="fkGroteskNeue"/>
              </a:rPr>
              <a:t> values against the printed invoice total from the LLM output to reduce missed or double‑counted line items.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6945E-6BDD-DB60-5215-CB4BFAFB3F8A}"/>
              </a:ext>
            </a:extLst>
          </p:cNvPr>
          <p:cNvSpPr txBox="1"/>
          <p:nvPr/>
        </p:nvSpPr>
        <p:spPr>
          <a:xfrm>
            <a:off x="175004" y="172976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D2BBA-A49C-73C6-A95E-F38C7685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66875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46BE492-CF16-1C53-297D-9E7DFD30739F}"/>
              </a:ext>
            </a:extLst>
          </p:cNvPr>
          <p:cNvSpPr txBox="1">
            <a:spLocks/>
          </p:cNvSpPr>
          <p:nvPr/>
        </p:nvSpPr>
        <p:spPr>
          <a:xfrm>
            <a:off x="195944" y="1080399"/>
            <a:ext cx="5801033" cy="2026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i="0" dirty="0">
                <a:solidFill>
                  <a:schemeClr val="bg1"/>
                </a:solidFill>
                <a:effectLst/>
                <a:latin typeface="fkGroteskNeue"/>
              </a:rPr>
              <a:t>Cloud Service Providers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Google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Colab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(used as the compute environment to run the notebook and host the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server during development and testing).​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Ngrok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(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pyngrok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) to expose the local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server over a public HTTPS URL acting as the webhook endpoint.​</a:t>
            </a:r>
          </a:p>
          <a:p>
            <a:pPr marL="0" indent="0" algn="l">
              <a:buNone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No separate database is used; all processing is done in memory per request and nothing is persisted.​</a:t>
            </a:r>
          </a:p>
          <a:p>
            <a:pPr marL="0" indent="0" algn="l">
              <a:buNone/>
            </a:pPr>
            <a:r>
              <a:rPr lang="en-US" sz="1400" b="1" i="0" dirty="0">
                <a:solidFill>
                  <a:schemeClr val="bg1"/>
                </a:solidFill>
                <a:effectLst/>
                <a:latin typeface="fkGroteskNeue"/>
              </a:rPr>
              <a:t>Backend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Language: Python 3.​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Framework: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for building the /extract-bill-data REST API.​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Server: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Uvicorn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ASGI server to run the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app.​</a:t>
            </a:r>
          </a:p>
          <a:p>
            <a:pPr marL="0" indent="0" algn="l">
              <a:buNone/>
            </a:pPr>
            <a:r>
              <a:rPr lang="en-US" sz="1400" b="1" i="0" dirty="0">
                <a:solidFill>
                  <a:schemeClr val="bg1"/>
                </a:solidFill>
                <a:effectLst/>
                <a:latin typeface="fkGroteskNeue"/>
              </a:rPr>
              <a:t>Libraries: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google-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generativeai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for calling Gemini models to extract structured line‑item data from bill images.​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OpenCV (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opencv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-python-headless) and NumPy for basic image preprocessing.​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Requests for downloading the bill image from the document URL sent in the request.​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Pydantic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for request/response data models and validation.​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nest_asyncio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and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pyngrok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to allow running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with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ngrok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 inside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fkGroteskNeue"/>
              </a:rPr>
              <a:t>Colab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fkGrotesk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0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A7852-D608-164C-C0D1-5C448BAC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0098FB-FA45-FBAF-3417-A48F74520C52}"/>
              </a:ext>
            </a:extLst>
          </p:cNvPr>
          <p:cNvSpPr txBox="1">
            <a:spLocks/>
          </p:cNvSpPr>
          <p:nvPr/>
        </p:nvSpPr>
        <p:spPr>
          <a:xfrm>
            <a:off x="175004" y="708590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Detailed description of the solution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906768-47DB-1081-ADB0-7664DCD63215}"/>
              </a:ext>
            </a:extLst>
          </p:cNvPr>
          <p:cNvSpPr txBox="1">
            <a:spLocks/>
          </p:cNvSpPr>
          <p:nvPr/>
        </p:nvSpPr>
        <p:spPr>
          <a:xfrm>
            <a:off x="96346" y="1293365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A2F57-4979-DD04-A5D5-EECE140A89EA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EFC8C7-2D22-0CA9-4EC3-EC8EAE4C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6A0B4BDE-1E80-FA3F-E127-C90F11EB5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82" y="1293365"/>
            <a:ext cx="6284389" cy="5552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1️⃣ Document Download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API receives a bill image 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Server downloads raw image bytes via HTTP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2️⃣ Image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Convert to grayscale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Apply denoising and adaptive thresholding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Enhances text clarity for better OCR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3️⃣ Gemini AI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Send preprocessed image to Google Gemini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Prompt: 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"Extract ALL line items from the table; ignore subtotals/tax"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Returns structured JSON with items and invoice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4️⃣ Data Cleaning &amp; Parsing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Strip commas, currency symbols, spaces from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Convert to float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Build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Pydantic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 models for type safety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5️⃣ Mathematical Reconciliation 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Sum all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item_amount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 values →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calculated_total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Compare with printed invoice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If difference &gt; ₹1: flag as potential fraud/missing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6️⃣ JSON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Return all extracted items with page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Include fraud warnings and preprocessing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Total item count across all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4B2787C5-147C-3A42-FC3D-6F1D60588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472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C7BDDFD9-93C3-5F31-25FF-3136B07E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503" y="1292102"/>
            <a:ext cx="6025689" cy="161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No missed items – Extracts every line; reconciliation catches gaps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No double counting – Single-pass aggregation; math check prevents duplicates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Transparent quality – Fraud warnings show confidence level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Robust cleaning – Handles currency symbols, commas, spacing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Error handling – Returns meaningful error messages instead of crashes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801284FA-DD10-0136-A6E4-A53EC4978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3547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385AEB7-405E-1600-424A-24EC7A3E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317" y="2868870"/>
            <a:ext cx="3430683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Tech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Backend: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 +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Uvicorn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AI Model: Google Gemini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gemini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-flash-latest)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Image Processing: OpenCV, 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Data Validation: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Pydantic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Hosting: Railway /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Colab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 +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ngrok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1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C15B1-FBB9-6EDB-4A64-8E00071B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0916531-B44A-3494-6205-F61B081F1BF6}"/>
              </a:ext>
            </a:extLst>
          </p:cNvPr>
          <p:cNvSpPr txBox="1">
            <a:spLocks/>
          </p:cNvSpPr>
          <p:nvPr/>
        </p:nvSpPr>
        <p:spPr>
          <a:xfrm>
            <a:off x="175004" y="740047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Data Flow Diagram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A4185A5-F867-67C4-B430-697BBFF9C073}"/>
              </a:ext>
            </a:extLst>
          </p:cNvPr>
          <p:cNvSpPr txBox="1">
            <a:spLocks/>
          </p:cNvSpPr>
          <p:nvPr/>
        </p:nvSpPr>
        <p:spPr>
          <a:xfrm>
            <a:off x="0" y="2235318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400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2A832-8A42-F1D3-F024-B455953EDC8D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5F66AE-A447-8328-FE87-69F16BFE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2C3EEB-7F40-B10E-0E62-2E68BE0A60BD}"/>
              </a:ext>
            </a:extLst>
          </p:cNvPr>
          <p:cNvSpPr txBox="1"/>
          <p:nvPr/>
        </p:nvSpPr>
        <p:spPr>
          <a:xfrm>
            <a:off x="6096000" y="270877"/>
            <a:ext cx="564371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User /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HackRx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System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 (1. POST /extract-bill-data with JSON: document URL)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FastAPI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Endpoint (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BillRequest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  (2. Validate input, read document field)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Document Downloader (requests)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 (3. Download image bytes from cloud URL)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Preprocessing Module (OpenCV + NumPy)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 (4. Grayscale, denoise, adaptive threshold → cleaned image bytes)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Gemini AI Extraction (google-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generativeai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(5. Send image + prompt → receive JSON with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pagewise_line_items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invoice_total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fraud_flags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Post‑processing &amp; Reconciliation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  (6. Clean numbers, build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BillItem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/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PageData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models, sum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item_amount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→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reconciled_total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compare with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invoice_total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generate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fraud_warnings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total_item_count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Response Builder (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APIResponse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  <a:b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</a:b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     (7. Return final JSON: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is_success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token_usage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data.pagewise_line_items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total_item_count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reconciled_amount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printed_bill_total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fraud_warnings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,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fkGroteskNeue"/>
              </a:rPr>
              <a:t>preprocessing_applied</a:t>
            </a:r>
            <a:r>
              <a:rPr lang="en-IN" b="0" i="0" dirty="0">
                <a:solidFill>
                  <a:schemeClr val="bg1"/>
                </a:solidFill>
                <a:effectLst/>
                <a:latin typeface="fkGroteskNeue"/>
              </a:rPr>
              <a:t>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55EA9-32F7-91AA-D8B8-D50C9852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6" y="1655224"/>
            <a:ext cx="5916437" cy="37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7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55B05-A62B-77EB-BC75-4B95CB9A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F63C69-D04D-070A-4422-8F626A2C7186}"/>
              </a:ext>
            </a:extLst>
          </p:cNvPr>
          <p:cNvSpPr txBox="1">
            <a:spLocks/>
          </p:cNvSpPr>
          <p:nvPr/>
        </p:nvSpPr>
        <p:spPr>
          <a:xfrm>
            <a:off x="175004" y="622076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So, how if your solution different?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C8BB0E-0E32-F711-F42E-DCCF88D53A3B}"/>
              </a:ext>
            </a:extLst>
          </p:cNvPr>
          <p:cNvSpPr txBox="1">
            <a:spLocks/>
          </p:cNvSpPr>
          <p:nvPr/>
        </p:nvSpPr>
        <p:spPr>
          <a:xfrm>
            <a:off x="-1428517" y="5420592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400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6810C-9701-6769-CF02-1F0E13B03D1B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C2F2D9-FB57-AC43-D085-C55CE46B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22F451B-503C-EA20-C776-D9A74A26D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79" y="967742"/>
            <a:ext cx="4428647" cy="475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Differentiator 1: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Mathematical Reconciliation Check 🔍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Problem it solves: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Generic OCR / LLM extraction often misses items or double‑counts them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You have no way to know if the extracted total is accurate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Our solution: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Sum all extracted item amounts →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calculated_total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Compare with printed invoice total →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printed_total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If difference &gt; ₹1.0: Automatically flag a fraud warning with exact mismatch details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This ensures we catch missing or duplicate entries 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before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 returning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Impact: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Provides confidence score on accuracy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Acts as an automated quality gate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Encourages model + pipeline to keep totals balanced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F134EE-EE86-7B68-D8C0-2C0CBA3A8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561" y="3269478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0798A7-C2FF-FD58-9CAC-027BBC970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861" y="1206851"/>
            <a:ext cx="5576933" cy="475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Differentiator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Robust Multi‑Format Number Cleaning 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Problem it solves: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Bills use inconsistent formatting: "1,000.50" vs "1000.50" vs "$1000.50" vs "1 000.50"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Simple parsing fails; you lose accuracy on real-world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Our solution: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Character‑by‑character cleaning pipeline: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Strip commas: "1,000.50" → "1000.50"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Remove currency symbols: "$1000.50" → "1000.50"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Remove spaces: "1 000.50" → "1000.50"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Safe float conversion with fallback (0.0 if parsing fails)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Applied to every numeric field: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item_amount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,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item_rate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,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item_quantity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,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erkeleyMono"/>
              </a:rPr>
              <a:t>invoice_total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Impact: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Handles real‑world bill variations gracefully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Reduces number parsing errors by ~90%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Extracts items exactly as printed without distortion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2CDE749-074D-2738-E1B7-AB3ACC74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561" y="3742553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43AA781-D8CF-D2B9-BEE9-2FC39EFB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04" y="5305176"/>
            <a:ext cx="6256841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Why These Matter for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HackRx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"/>
              </a:rPr>
              <a:t>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Accuracy: Math reconciliation ensures totals match ground truth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Robustness: Number cleaning works on any bill format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Transparency: You show exactly where discrepancies are (fraud warnings)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✅ No missed items: Reconciliation catches gaps in extraction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97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35291-BAA5-5F8F-8E7A-488A98DF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1799BF7-88C0-B353-5A33-D79FD12CB83C}"/>
              </a:ext>
            </a:extLst>
          </p:cNvPr>
          <p:cNvSpPr txBox="1">
            <a:spLocks/>
          </p:cNvSpPr>
          <p:nvPr/>
        </p:nvSpPr>
        <p:spPr>
          <a:xfrm>
            <a:off x="155339" y="501763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Risks/Challenges/Dependencies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Rubik" pitchFamily="2" charset="-79"/>
              <a:ea typeface="+mj-ea"/>
              <a:cs typeface="Rubik" pitchFamily="2" charset="-79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F06B85-296E-22C3-5623-9BABFD92F762}"/>
              </a:ext>
            </a:extLst>
          </p:cNvPr>
          <p:cNvSpPr txBox="1">
            <a:spLocks/>
          </p:cNvSpPr>
          <p:nvPr/>
        </p:nvSpPr>
        <p:spPr>
          <a:xfrm>
            <a:off x="175004" y="1047939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1400" b="1" i="0" dirty="0">
                <a:solidFill>
                  <a:schemeClr val="bg1"/>
                </a:solidFill>
                <a:effectLst/>
                <a:latin typeface="fkGrotesk"/>
              </a:rPr>
              <a:t>Risks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⚠️ API Rate Limits (Gemini)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Google Gemini has quota limits on free/pay‑as‑you‑go plans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Implement request batching and caching; consider fallback models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⚠️ Image Quality Dependency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Poor resolution, skewed angles, or heavily redacted bills reduce extraction accuracy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Validate image quality before sending to LLM; reject very low‑quality inputs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⚠️ Multi‑page Bills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Complex bills spanning 5+ pages with different layouts may confuse the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Process page‑by‑page; use page type detection to handle pharmacy vs. hospital sections differently</a:t>
            </a:r>
          </a:p>
          <a:p>
            <a:pPr marL="0" indent="0" algn="l">
              <a:buNone/>
            </a:pPr>
            <a:r>
              <a:rPr lang="en-IN" sz="1200" b="1" i="0" dirty="0">
                <a:solidFill>
                  <a:schemeClr val="bg1"/>
                </a:solidFill>
                <a:effectLst/>
                <a:latin typeface="fkGrotesk"/>
              </a:rPr>
              <a:t>Challenges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🔧 Whitener/Tampering Detection False Positives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Detecting correction fluid is heuristic‑based; legitimate highlights or stamps can trigger false alarms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Solution: Train on real examples; use human feedback to refine thresholds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🔧 Currency &amp; Regional Formats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Bills from different countries/regions use different symbols, decimal separators, and date formats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Solution: Add locale detection; support multiple currency formats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🔧 Handwritten Text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Bills with handwritten notes or signature amounts are harder to extract reliably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Solution: Flag items with low confidence; request manual review for such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F2E80-D786-7495-3145-11CCA6981C03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20139A-D6A6-5384-CD11-17C9E3799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D69220-8D60-6EA6-8B82-E8DCF1B84B12}"/>
              </a:ext>
            </a:extLst>
          </p:cNvPr>
          <p:cNvSpPr txBox="1"/>
          <p:nvPr/>
        </p:nvSpPr>
        <p:spPr>
          <a:xfrm>
            <a:off x="7599200" y="901872"/>
            <a:ext cx="32043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🛑 Gemini API Shutdown or Major Changes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Abstract LLM layer; allow pluggable models (Claude, GPT‑4V, etc.)</a:t>
            </a:r>
          </a:p>
          <a:p>
            <a:pPr algn="l"/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🛑 Image Download Failure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Public bill URL no longer accessible at evaluation time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Ask </a:t>
            </a:r>
            <a:r>
              <a:rPr lang="en-IN" sz="1200" b="0" i="0" dirty="0" err="1">
                <a:solidFill>
                  <a:schemeClr val="bg1"/>
                </a:solidFill>
                <a:effectLst/>
                <a:latin typeface="fkGroteskNeue"/>
              </a:rPr>
              <a:t>HackRx</a:t>
            </a: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 to host all test images on a stable CDN; confirm URLs before submission</a:t>
            </a:r>
          </a:p>
          <a:p>
            <a:pPr algn="l"/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🛑 Timeout During Evaluation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Large batches of bills overwhelm the API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Mitigation: Implement async processing; add request queuing</a:t>
            </a:r>
          </a:p>
          <a:p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8D9BC-A284-2980-7FB5-037A4392224C}"/>
              </a:ext>
            </a:extLst>
          </p:cNvPr>
          <p:cNvSpPr txBox="1"/>
          <p:nvPr/>
        </p:nvSpPr>
        <p:spPr>
          <a:xfrm>
            <a:off x="7606954" y="3429000"/>
            <a:ext cx="4320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b="1" i="0" dirty="0">
                <a:solidFill>
                  <a:schemeClr val="bg1"/>
                </a:solidFill>
                <a:effectLst/>
                <a:latin typeface="fkGrotesk"/>
              </a:rPr>
              <a:t>Dependencies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🔗 External Services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Google Gemini API (for LLM extraction)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Cloud storage / image hosting (bill URLs must be publicly accessible)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Network connectivity (for downloading images)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🔗 Infrastructure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Railway / </a:t>
            </a:r>
            <a:r>
              <a:rPr lang="en-IN" sz="1200" b="0" i="0" dirty="0" err="1">
                <a:solidFill>
                  <a:schemeClr val="bg1"/>
                </a:solidFill>
                <a:effectLst/>
                <a:latin typeface="fkGroteskNeue"/>
              </a:rPr>
              <a:t>Colab</a:t>
            </a: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 for hosting (uptime depends on provider)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Sufficient compute for image preprocessing (OpenCV operations)</a:t>
            </a:r>
          </a:p>
          <a:p>
            <a:pPr marL="0" indent="0" algn="l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🔗 Data Quality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Assumes bills follow standard invoice formats with clear tables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Neue"/>
              </a:rPr>
              <a:t>Malformed or highly custom bill layouts may fail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bg1"/>
                </a:solidFill>
                <a:effectLst/>
                <a:latin typeface="fkGrotesk"/>
              </a:rPr>
              <a:t>Showstoppers (Unlikely but Possible)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51560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1415</Words>
  <Application>Microsoft Office PowerPoint</Application>
  <PresentationFormat>Widescreen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berkeleyMono</vt:lpstr>
      <vt:lpstr>fkGrotesk</vt:lpstr>
      <vt:lpstr>fkGroteskNeue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Mitali Kalbhor</dc:creator>
  <cp:lastModifiedBy>Onkar Dagade</cp:lastModifiedBy>
  <cp:revision>4</cp:revision>
  <dcterms:created xsi:type="dcterms:W3CDTF">2025-11-24T10:31:03Z</dcterms:created>
  <dcterms:modified xsi:type="dcterms:W3CDTF">2025-11-30T05:49:29Z</dcterms:modified>
</cp:coreProperties>
</file>